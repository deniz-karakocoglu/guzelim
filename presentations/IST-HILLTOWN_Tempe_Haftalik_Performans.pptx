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IST-HILLTOWN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TEMPE HAFTALIK
PERFORMANS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B8B8B8"/>
                </a:solidFill>
                <a:latin typeface="Calibri"/>
              </a:rPr>
              <a:t>Son 7 gün satış, kategori ve stok özeti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21 Eylül 2026  ·  Ladies Ranking  ·  Units bazlı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Satış Özeti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Haftalık Tempe toplam performansı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A7A7A"/>
                </a:solidFill>
                <a:latin typeface="Calibri"/>
              </a:rPr>
              <a:t>TOTAL TEMPE SATIŞ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397 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B4A"/>
                </a:solidFill>
                <a:latin typeface="Calibri"/>
              </a:rPr>
              <a:t>+62 uts  ·  +%18,6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66420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A7A7A"/>
                </a:solidFill>
                <a:latin typeface="Calibri"/>
              </a:rPr>
              <a:t>EN DÜŞÜK GÜN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96596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Perşembe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146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3A2C"/>
                </a:solidFill>
                <a:latin typeface="Calibri"/>
              </a:rPr>
              <a:t>45 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6420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A7A7A"/>
                </a:solidFill>
                <a:latin typeface="Calibri"/>
              </a:rPr>
              <a:t>ANA SÜRÜCÜ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6596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Basic Tempe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146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B4A"/>
                </a:solidFill>
                <a:latin typeface="Calibri"/>
              </a:rPr>
              <a:t>Adet &amp; TL lideri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110642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11880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Haftalık okuma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▸  Toplam satış 397 uts ile geçen haftaya göre +62 adet (+%18,6) artış gösterdi.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53128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▸  Büyümenin ana kaynağı Basic Tempe; hem adet hem ciroda en yüksek getiriyi sağladı.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37176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▸  Perşembe günü 45 uts ile haftanın en düşük satışı gerçekleşti.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4"/>
            <a:ext cx="10424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▸  Sebep olarak dağıtılmayan 25’ler ve ertesi güne kalan sepetler öne çıkıyor.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7A7A7A"/>
                </a:solidFill>
                <a:latin typeface="Calibri"/>
              </a:rPr>
              <a:t>IST-HILLTOWN  ·  Tempe  ·  Son 7 Gün  ·  Ladies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7A7A7A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Perşembe Günü Düşüşü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Operasyonel etki analizi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8404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7A7A7A"/>
                </a:solidFill>
                <a:latin typeface="Calibri"/>
              </a:rPr>
              <a:t>PERŞEMBE SATIŞ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200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200" b="1">
                <a:solidFill>
                  <a:srgbClr val="A33A2C"/>
                </a:solidFill>
                <a:latin typeface="Calibr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4A4A4A"/>
                </a:solidFill>
                <a:latin typeface="Calibri"/>
              </a:rPr>
              <a:t>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Haftanın en düşük satış günü.
Ortalama günlük seyrin altında kaldı.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17320"/>
            <a:ext cx="6949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737360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C45C26"/>
                </a:solidFill>
                <a:latin typeface="Calibri"/>
              </a:rPr>
              <a:t>Olası nedenler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3172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Dağıtılmayan 25’ler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6217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Kritik bedenlerin mağazaya ulaşmaması satış kaybına yol açtı.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39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Ertesi güne kalan sepetler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611879"/>
            <a:ext cx="6217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Tamamlanamayan satışlar bir sonraki güne sarktı.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51959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Operasyon aksiyonu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71999"/>
            <a:ext cx="6217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Teslimat takibi ve sepet kapatma disiplini güçlendirilmeli.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7A7A7A"/>
                </a:solidFill>
                <a:latin typeface="Calibri"/>
              </a:rPr>
              <a:t>IST-HILLTOWN  ·  Tempe  ·  Son 7 Gün  ·  Ladies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7A7A7A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Kategori Performansı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Buyer bazında adet ve TL farkı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KATEGORI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ADET (UTS)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087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DURUM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Basic Tempe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7627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F6B4A"/>
                </a:solidFill>
                <a:latin typeface="Calibri"/>
              </a:rPr>
              <a:t>En yüksek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7627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F6B4A"/>
                </a:solidFill>
                <a:latin typeface="Calibri"/>
              </a:rPr>
              <a:t>En yüksek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7627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6B4A"/>
                </a:solidFill>
                <a:latin typeface="Calibri"/>
              </a:rPr>
              <a:t>Lider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11064240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1635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Bags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1635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3A2C"/>
                </a:solidFill>
                <a:latin typeface="Calibri"/>
              </a:rPr>
              <a:t>−1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1635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Nötr / sınırda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81635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33A2C"/>
                </a:solidFill>
                <a:latin typeface="Calibri"/>
              </a:rPr>
              <a:t>Adette eksi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Sneakers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5643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3A2C"/>
                </a:solidFill>
                <a:latin typeface="Calibri"/>
              </a:rPr>
              <a:t>−4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45643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3A2C"/>
                </a:solidFill>
                <a:latin typeface="Calibri"/>
              </a:rPr>
              <a:t>−7k 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45643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33A2C"/>
                </a:solidFill>
                <a:latin typeface="Calibri"/>
              </a:rPr>
              <a:t>Adet &amp; TL eksi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31920"/>
            <a:ext cx="11064240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9651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Diğer Tempe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09651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Pozitif katkı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9651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Pozitif katkı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09651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Destekleyici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Özet: Haftanın totalinde yalnızca Bags (−1) ve Sneakers (−4) adette ekside kaldı. TL tarafında ise sadece Sneakers −7k ile negatif. Hem adet hem TL’de en yüksek getiri Basic Tempe’den geldi.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7A7A7A"/>
                </a:solidFill>
                <a:latin typeface="Calibri"/>
              </a:rPr>
              <a:t>IST-HILLTOWN  ·  Tempe  ·  Son 7 Gün  ·  Ladies Ranking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7A7A7A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Stok Durumu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Tempe envanter dağılımı ve aktif oran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A7A7A"/>
                </a:solidFill>
                <a:latin typeface="Calibri"/>
              </a:rPr>
              <a:t>TOTAL TEMPE STOK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1.753 adet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B4A"/>
                </a:solidFill>
                <a:latin typeface="Calibri"/>
              </a:rPr>
              <a:t>+413 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72768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A7A7A"/>
                </a:solidFill>
                <a:latin typeface="Calibri"/>
              </a:rPr>
              <a:t>TEMPE AKTIF ORAN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74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%82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23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B4A"/>
                </a:solidFill>
                <a:latin typeface="Calibri"/>
              </a:rPr>
              <a:t>Hedef üstü aktiflik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572768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7A7A7A"/>
                </a:solidFill>
                <a:latin typeface="Calibri"/>
              </a:rPr>
              <a:t>PASIF STOK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874520"/>
            <a:ext cx="3017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320 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42316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3A2C"/>
                </a:solidFill>
                <a:latin typeface="Calibri"/>
              </a:rPr>
              <a:t>İyileştirme alanı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54680"/>
            <a:ext cx="110642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832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Stok kırılımı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931920"/>
            <a:ext cx="4453905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2585" y="3931920"/>
            <a:ext cx="4067384" cy="5029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89969" y="3931920"/>
            <a:ext cx="1902870" cy="50292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709160"/>
            <a:ext cx="228600" cy="2286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6634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4A4A"/>
                </a:solidFill>
                <a:latin typeface="Calibri"/>
              </a:rPr>
              <a:t>Shop: 749 uts (%43)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4709160"/>
            <a:ext cx="228600" cy="2286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6634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4A4A"/>
                </a:solidFill>
                <a:latin typeface="Calibri"/>
              </a:rPr>
              <a:t>Aktif Stok: 684 uts (%39)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09160"/>
            <a:ext cx="228600" cy="228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6634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4A4A"/>
                </a:solidFill>
                <a:latin typeface="Calibri"/>
              </a:rPr>
              <a:t>Pasif Stok: 320 uts (%18)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10424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Shop 749 + Aktif 684 + Pasif 320 = 1.753. Aktif oran %82 ile stok sağlığı güçlü; pasif stok aksiyonu fırsat alanı.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7A7A7A"/>
                </a:solidFill>
                <a:latin typeface="Calibri"/>
              </a:rPr>
              <a:t>IST-HILLTOWN  ·  Tempe  ·  Son 7 Gün  ·  Ladies Ranking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7A7A7A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Ladies Ranking — Top Ürünler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Son 7 gün · Units sıralaması · In Store / Shoes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Mary Jane 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13 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₺34.970  ·  7D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116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Slingback Tacón Alto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060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11 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260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₺27.390  ·  7D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Zapato Tacón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11 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₺14.190  ·  7D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371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6002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0116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Shopper Asa Edited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6060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10 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9260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₺26.900  ·  7D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1188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40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5196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Destalonado 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10 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₺26.900  ·  7D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61188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840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25196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Destalonado Medio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84632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10 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1663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₺18.900  ·  7D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61188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840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25196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Bota Hípica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84632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9 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1663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₺32.310  ·  7D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361188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3840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425196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Shopper Metálica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484632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B4A"/>
                </a:solidFill>
                <a:latin typeface="Calibri"/>
              </a:rPr>
              <a:t>9 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51663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₺24.210  ·  7D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7A7A7A"/>
                </a:solidFill>
                <a:latin typeface="Calibri"/>
              </a:rPr>
              <a:t>IST-HILLTOWN  ·  Tempe  ·  Son 7 Gün  ·  Ladies Ranking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7A7A7A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Sonuç &amp; Aksiyonlar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Haftalık kapanış notları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577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Büyüme korunsun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4480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Basic Tempe vitrin ve stok derinliği korunarak +%18,6 momentumu sürdürülmeli.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5577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173736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4592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Perşembe operasyonu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11680"/>
            <a:ext cx="4480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25’ beden teslimatları ve sepet kapatma süreci günlük takip listesine alınmalı.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80360"/>
            <a:ext cx="5577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5468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Sneakers toparlama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20440"/>
            <a:ext cx="4480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−4 uts / −7k ₺ için ürün görünürlüğü, beden tamlığı ve visual push gözden geçirilmeli.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880360"/>
            <a:ext cx="5577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324612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9184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15468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Bags izleme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520440"/>
            <a:ext cx="4480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Adette −1; ciro kırılgan — top shopper’lar için stok/display disiplini sürdürülmeli.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89120"/>
            <a:ext cx="5577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75488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0060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6344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Pasif stok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29200"/>
            <a:ext cx="4480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320 uts pasif stokta aktifleştirebilecek ürünler için transfer / floor push planı.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389120"/>
            <a:ext cx="5577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3680" y="475488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80060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66344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Aktif oran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029200"/>
            <a:ext cx="4480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%82 aktif oran güçlü; Shop + Aktif dengesini koruyarak 1.753 stok sağlığı muhafaza edilmeli.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7A7A7A"/>
                </a:solidFill>
                <a:latin typeface="Calibri"/>
              </a:rPr>
              <a:t>IST-HILLTOWN  ·  Tempe  ·  Son 7 Gün  ·  Ladies Ranking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7A7A7A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